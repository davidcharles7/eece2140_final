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1" autoAdjust="0"/>
    <p:restoredTop sz="94660"/>
  </p:normalViewPr>
  <p:slideViewPr>
    <p:cSldViewPr snapToGrid="0">
      <p:cViewPr varScale="1">
        <p:scale>
          <a:sx n="83" d="100"/>
          <a:sy n="83" d="100"/>
        </p:scale>
        <p:origin x="44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Charles" userId="facd2a61e335f5e6" providerId="LiveId" clId="{2035DED6-6D0F-42BF-A255-EE6C8865CF16}"/>
    <pc:docChg chg="modSld">
      <pc:chgData name="David Charles" userId="facd2a61e335f5e6" providerId="LiveId" clId="{2035DED6-6D0F-42BF-A255-EE6C8865CF16}" dt="2025-12-03T16:48:26.735" v="86" actId="20577"/>
      <pc:docMkLst>
        <pc:docMk/>
      </pc:docMkLst>
      <pc:sldChg chg="modSp mod">
        <pc:chgData name="David Charles" userId="facd2a61e335f5e6" providerId="LiveId" clId="{2035DED6-6D0F-42BF-A255-EE6C8865CF16}" dt="2025-12-03T16:48:26.735" v="86" actId="20577"/>
        <pc:sldMkLst>
          <pc:docMk/>
          <pc:sldMk cId="3490200871" sldId="256"/>
        </pc:sldMkLst>
        <pc:spChg chg="mod">
          <ac:chgData name="David Charles" userId="facd2a61e335f5e6" providerId="LiveId" clId="{2035DED6-6D0F-42BF-A255-EE6C8865CF16}" dt="2025-12-03T16:48:26.735" v="86" actId="20577"/>
          <ac:spMkLst>
            <pc:docMk/>
            <pc:sldMk cId="3490200871" sldId="256"/>
            <ac:spMk id="2" creationId="{72A6E46B-300A-A0ED-F965-7970C6D78674}"/>
          </ac:spMkLst>
        </pc:spChg>
        <pc:spChg chg="mod">
          <ac:chgData name="David Charles" userId="facd2a61e335f5e6" providerId="LiveId" clId="{2035DED6-6D0F-42BF-A255-EE6C8865CF16}" dt="2025-12-03T16:48:18.084" v="60" actId="20577"/>
          <ac:spMkLst>
            <pc:docMk/>
            <pc:sldMk cId="3490200871" sldId="256"/>
            <ac:spMk id="3" creationId="{EB85DE1C-C134-20CA-0170-4B11E52001D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E294A-A779-3F24-CBBB-83DB72452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0AE0D-3D14-C634-C184-31D20873D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96F08-FF0D-9C4E-F965-0F157FC83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BC10-4BED-4CE6-9B97-8CEA888CDBB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165B-EA2A-E9FD-8FD6-0E365E01F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4BC72-B787-2081-520D-1339E5D5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60-9F81-4EFA-BFEA-B05E161B1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2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E09CE-2C1B-F373-8082-32621B286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1AB1F-795D-A5E5-76F4-4B3D5F99A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B2C8E-BE4A-4AA9-F4D3-2827486D1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BC10-4BED-4CE6-9B97-8CEA888CDBB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BC195-9BCC-54BB-AF79-2609331D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9F73-BAC6-3E8F-EEB8-B8C30806E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60-9F81-4EFA-BFEA-B05E161B1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CAA00-D812-3330-B488-5B6C8AAC5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6C2EE-AC4A-E155-93BC-97D4CA17D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3549E-A756-5F59-C2D7-1CDBA6CA5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BC10-4BED-4CE6-9B97-8CEA888CDBB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1F0E6-9D44-8C3F-6FF4-32D3CBAE5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AE1EC-982D-0DF0-3E65-D0DE701B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60-9F81-4EFA-BFEA-B05E161B1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8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B4723-8330-1252-9923-DAA8C013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D03C3-2060-4BC2-003B-2E0D1A97ED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45B44-3AD0-FF6B-849D-4B0FCBB53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A5D3E-7B99-1F33-77CD-A11C1B5B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BC10-4BED-4CE6-9B97-8CEA888CDBB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F2369-F1BF-EABC-3EA4-5FBE12242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3911F-BF82-3FDC-F2F0-466328CC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60-9F81-4EFA-BFEA-B05E161B1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17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203AC-F5FF-FB4C-DF90-844A0AEE3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EA5C-A7D9-76FE-6645-684973FDD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A0B2B-31BE-9847-11D6-88B5BB07B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F76F72-3E7A-D264-8ADD-20F73DC9FB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51A295-10D9-3E1C-F999-124FBEC1C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1DC678-C273-77E7-9C41-54C5C61ED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BC10-4BED-4CE6-9B97-8CEA888CDBB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3955D-1E6A-40A0-1A8D-311ABA4B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091CD8-9A25-1C23-FAF5-D8FDBEEFD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60-9F81-4EFA-BFEA-B05E161B1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852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0B26-5A36-9C71-E410-657AE57A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AB7A41-F8E4-D9B4-DA2B-B7E618A8E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BC10-4BED-4CE6-9B97-8CEA888CDBB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D845E-34F8-DF64-79CB-E9D19F4B2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7B3720-10C9-9E48-A7CE-247166E8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60-9F81-4EFA-BFEA-B05E161B1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28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A74525-5BA9-23DC-1F1C-97F979520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BC10-4BED-4CE6-9B97-8CEA888CDBB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F60405-8AD4-58CB-5EFA-B5304E8A1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FED43-AE44-3F1E-DE20-B60866CF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60-9F81-4EFA-BFEA-B05E161B1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A076-BC14-10A6-86B8-9FC0E930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5E8F4-B64A-CDF0-E72D-BA414F6FF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5B33E-5EBC-EA9E-B85C-EA39B307D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593E6-85AC-3235-0802-95EEFAF79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BC10-4BED-4CE6-9B97-8CEA888CDBB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78997-933E-1633-9038-FEA5FEF6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1E4CD-4D52-DCE5-73DE-12CF841B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60-9F81-4EFA-BFEA-B05E161B1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22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551BE-BD87-4011-663D-7F975F02D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A8BDB2-7DCC-3578-47DC-7D18BD515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75303-7155-715C-670D-CD7B47BE7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524EA-7C46-ABAA-2F86-8F9BF0D32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BC10-4BED-4CE6-9B97-8CEA888CDBB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CBCAD-D84D-4E32-9630-C12AB9CF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EED09-E0DC-2047-A4E0-3DC5639A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60-9F81-4EFA-BFEA-B05E161B1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1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9D364-B1A2-EBE4-EC7D-B5D36B8E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25CDF-26B1-C4A9-1133-C52207B6C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B7601-CC73-7BC7-FCA8-FF37F5A29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BC10-4BED-4CE6-9B97-8CEA888CDBB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B692-FB8D-A78B-7FF1-681A575D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67E64-D91C-2E3D-6FAD-C81A8939D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60-9F81-4EFA-BFEA-B05E161B1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3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CFDD02-1649-9732-E670-73E0BA335B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3DB74-E610-1411-EEE2-40BC74D23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0C390-FDF4-C2B6-E74C-607952491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BC10-4BED-4CE6-9B97-8CEA888CDBB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CD51A-BD4A-77A7-A39F-698FCC04A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163CA-2C77-5E62-F4D9-1B6E7F4A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60-9F81-4EFA-BFEA-B05E161B1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5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1B7B72-AED9-64C0-8463-FE533B911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0B8E9-D9A8-AA60-D0CA-E54CA3BD7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86B9B-9277-60D4-5432-B812739E8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CBC10-4BED-4CE6-9B97-8CEA888CDBB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86163-6D4C-F131-13C6-5AACE10AD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DEDFA-1207-1D5E-FDA3-EA82535C0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123C60-9F81-4EFA-BFEA-B05E161B1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99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E46B-300A-A0ED-F965-7970C6D786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Logic Simulator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5DE1C-C134-20CA-0170-4B11E52001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Kyra </a:t>
            </a:r>
            <a:r>
              <a:rPr lang="en-US" dirty="0" err="1"/>
              <a:t>Pallod</a:t>
            </a:r>
            <a:r>
              <a:rPr lang="en-US" dirty="0"/>
              <a:t>, Bethany Davies, &amp; David Charles</a:t>
            </a:r>
          </a:p>
        </p:txBody>
      </p:sp>
    </p:spTree>
    <p:extLst>
      <p:ext uri="{BB962C8B-B14F-4D97-AF65-F5344CB8AC3E}">
        <p14:creationId xmlns:p14="http://schemas.microsoft.com/office/powerpoint/2010/main" val="3490200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Digital Logic Simulator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Charles</dc:creator>
  <cp:lastModifiedBy>David Charles</cp:lastModifiedBy>
  <cp:revision>1</cp:revision>
  <dcterms:created xsi:type="dcterms:W3CDTF">2025-12-03T16:46:31Z</dcterms:created>
  <dcterms:modified xsi:type="dcterms:W3CDTF">2025-12-03T16:48:31Z</dcterms:modified>
</cp:coreProperties>
</file>